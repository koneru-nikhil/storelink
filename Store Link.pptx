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29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57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11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00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1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5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7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11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29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7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19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A6A2-9AFE-5489-2C55-E8D86ED8B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166" y="906097"/>
            <a:ext cx="7633834" cy="2541431"/>
          </a:xfrm>
        </p:spPr>
        <p:txBody>
          <a:bodyPr>
            <a:noAutofit/>
          </a:bodyPr>
          <a:lstStyle/>
          <a:p>
            <a:r>
              <a:rPr lang="en-US" sz="2800" b="1" dirty="0"/>
              <a:t>Store Link: Connects Local Store With Online Customers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5E55D-4151-E046-0B62-2F94614B9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2742" y="3694491"/>
            <a:ext cx="5618515" cy="22574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Team Members 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K. Nikhil (2320090025)</a:t>
            </a:r>
          </a:p>
          <a:p>
            <a:pPr>
              <a:lnSpc>
                <a:spcPct val="150000"/>
              </a:lnSpc>
            </a:pPr>
            <a:r>
              <a:rPr lang="en-US" dirty="0"/>
              <a:t>CH. NIKITH(2320090023)</a:t>
            </a:r>
          </a:p>
          <a:p>
            <a:pPr>
              <a:lnSpc>
                <a:spcPct val="150000"/>
              </a:lnSpc>
            </a:pPr>
            <a:r>
              <a:rPr lang="en-US" dirty="0"/>
              <a:t>K. VIHAARI(2320090027)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Guide</a:t>
            </a:r>
            <a:r>
              <a:rPr lang="en-US" dirty="0"/>
              <a:t> :  Mr. KRISHNA KISHORE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Course</a:t>
            </a:r>
            <a:r>
              <a:rPr lang="en-US" dirty="0"/>
              <a:t> : INNOVATION MANAGEMENT</a:t>
            </a:r>
            <a:br>
              <a:rPr lang="en-US" dirty="0"/>
            </a:br>
            <a:r>
              <a:rPr lang="en-US" dirty="0"/>
              <a:t>A.Y: 2025–2026</a:t>
            </a:r>
          </a:p>
        </p:txBody>
      </p:sp>
    </p:spTree>
    <p:extLst>
      <p:ext uri="{BB962C8B-B14F-4D97-AF65-F5344CB8AC3E}">
        <p14:creationId xmlns:p14="http://schemas.microsoft.com/office/powerpoint/2010/main" val="250896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grocery store system</a:t>
            </a:r>
          </a:p>
          <a:p>
            <a:r>
              <a:t>Users can browse, add to cart, and order</a:t>
            </a:r>
          </a:p>
          <a:p>
            <a:r>
              <a:t>Admin manages products and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</a:t>
            </a:r>
          </a:p>
          <a:p>
            <a:r>
              <a:t>Backend: Node.js + Express</a:t>
            </a:r>
          </a:p>
          <a:p>
            <a:r>
              <a:t>Database: MongoDB Atlas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(Login/Register)</a:t>
            </a:r>
          </a:p>
          <a:p>
            <a:r>
              <a:t>Product Management</a:t>
            </a:r>
          </a:p>
          <a:p>
            <a:r>
              <a:t>Cart System</a:t>
            </a:r>
          </a:p>
          <a:p>
            <a:r>
              <a:t>Order Placement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WhatsApp Order Notification</a:t>
            </a:r>
          </a:p>
          <a:p>
            <a:r>
              <a:t>Admin Dashboard</a:t>
            </a:r>
          </a:p>
          <a:p>
            <a:r>
              <a:t>Search Functionality</a:t>
            </a:r>
          </a:p>
          <a:p>
            <a:r>
              <a:t>Responsive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Swiggy-style address input</a:t>
            </a:r>
          </a:p>
          <a:p>
            <a:r>
              <a:t>Stored in localStorage</a:t>
            </a:r>
          </a:p>
          <a:p>
            <a:r>
              <a:t>Used in order &amp; WhatsApp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products → Cart → Payment → Order stored → WhatsApp sent → Admin sees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state across pages</a:t>
            </a:r>
          </a:p>
          <a:p>
            <a:r>
              <a:t>Fixing API errors</a:t>
            </a:r>
          </a:p>
          <a:p>
            <a:r>
              <a:t>UI/UX improvements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Razorpay Integration</a:t>
            </a:r>
          </a:p>
          <a:p>
            <a:r>
              <a:t>Order Tracking</a:t>
            </a:r>
          </a:p>
          <a:p>
            <a:r>
              <a:t>Multiple Addresses</a:t>
            </a:r>
          </a:p>
          <a:p>
            <a:r>
              <a:t>Live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e-commerce experience</a:t>
            </a:r>
          </a:p>
          <a:p>
            <a:r>
              <a:t>Scalable architecture</a:t>
            </a:r>
          </a:p>
          <a:p>
            <a:r>
              <a:t>User-friendly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380</TotalTime>
  <Words>170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Store Link: Connects Local Store With Online Customers</vt:lpstr>
      <vt:lpstr>Project Overview</vt:lpstr>
      <vt:lpstr>Tech Stack</vt:lpstr>
      <vt:lpstr>Features Implemented</vt:lpstr>
      <vt:lpstr>Advanced Features</vt:lpstr>
      <vt:lpstr>Address System</vt:lpstr>
      <vt:lpstr>Workflow</vt:lpstr>
      <vt:lpstr>Challenges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Koneru</cp:lastModifiedBy>
  <cp:revision>3</cp:revision>
  <dcterms:created xsi:type="dcterms:W3CDTF">2013-01-27T09:14:16Z</dcterms:created>
  <dcterms:modified xsi:type="dcterms:W3CDTF">2026-04-23T13:55:18Z</dcterms:modified>
  <cp:category/>
</cp:coreProperties>
</file>